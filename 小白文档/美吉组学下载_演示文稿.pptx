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美吉组学下载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美吉云 v.majorbio.com 项目中心组学数据批量下载 + scRNA 初步质控 + 三件套报告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平台架构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登录网关 uc.majorbio.com → sso token</a:t>
            </a:r>
          </a:p>
          <a:p>
            <a:r>
              <a:t>数据接口 apix.majorbio.com → 任务/文件/下载</a:t>
            </a:r>
          </a:p>
          <a:p>
            <a:r>
              <a:t>对象存储 腾讯 COS → 预签名直链(24h)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登录鉴权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取图形验证码 get_captcha</a:t>
            </a:r>
          </a:p>
          <a:p>
            <a:r>
              <a:t>② ddddocr 自动识别（命中率 1/6，循环重试）</a:t>
            </a:r>
          </a:p>
          <a:p>
            <a:r>
              <a:t>③ 登录拿 sso token</a:t>
            </a:r>
          </a:p>
          <a:p>
            <a:r>
              <a:t>鉴权头：Authorization + X-Requested-With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批量下载流程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列任务：task/list/v2（is_test=2 测试数据）</a:t>
            </a:r>
          </a:p>
          <a:p>
            <a:r>
              <a:t>遍历文件：file/list 递归（cmd_type=2 工具数据）</a:t>
            </a:r>
          </a:p>
          <a:p>
            <a:r>
              <a:t>逐文件下载：file/download_file → 直链</a:t>
            </a:r>
          </a:p>
          <a:p>
            <a:r>
              <a:t>⚠️ 直链用干净 GET，不带 Authorization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完整性校验（金标准）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文件数 == 清单，无 .part 残留</a:t>
            </a:r>
          </a:p>
          <a:p>
            <a:r>
              <a:t>② gzip -t 全部通过</a:t>
            </a:r>
          </a:p>
          <a:p>
            <a:r>
              <a:t>③ 抽样重下 MD5 逐字节比对 100% 一致</a:t>
            </a:r>
          </a:p>
          <a:p>
            <a:r>
              <a:t>⚠️ 不用 size 字段（平台会过期）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scRNA 初步质控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解析 metrics_summary.csv（22 列）</a:t>
            </a:r>
          </a:p>
          <a:p>
            <a:r>
              <a:t>指标：细胞数/UMI/基因/reads/Q30/饱和度/捕获率/比对率</a:t>
            </a:r>
          </a:p>
          <a:p>
            <a:r>
              <a:t>平台：华大 DNBelab C4（Dnbc4tools）</a:t>
            </a:r>
          </a:p>
          <a:p>
            <a:r>
              <a:t>线粒体 0.00% 是注释特性，非异常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故障排查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400 InvalidArgument → 去掉 Authorization 头</a:t>
            </a:r>
          </a:p>
          <a:p>
            <a:r>
              <a:t>code 12002 → 文件上锁，UI 解锁</a:t>
            </a:r>
          </a:p>
          <a:p>
            <a:r>
              <a:t>中文豆腐块 → fontManager.addfont(msyh.ttc)</a:t>
            </a:r>
          </a:p>
          <a:p>
            <a:r>
              <a:t>前导零丢失 → read_csv(dtype=str)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